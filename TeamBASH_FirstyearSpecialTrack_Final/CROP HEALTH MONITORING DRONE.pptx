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25" r:id="rId5"/>
    <p:sldId id="326" r:id="rId6"/>
    <p:sldId id="258" r:id="rId7"/>
    <p:sldId id="342" r:id="rId8"/>
    <p:sldId id="267" r:id="rId9"/>
    <p:sldId id="343" r:id="rId10"/>
    <p:sldId id="266" r:id="rId11"/>
    <p:sldId id="34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99"/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0" autoAdjust="0"/>
  </p:normalViewPr>
  <p:slideViewPr>
    <p:cSldViewPr snapToGrid="0">
      <p:cViewPr varScale="1">
        <p:scale>
          <a:sx n="73" d="100"/>
          <a:sy n="73" d="100"/>
        </p:scale>
        <p:origin x="1070" y="67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10000" r="8000" b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251"/>
            <a:ext cx="10515600" cy="4023360"/>
          </a:xfrm>
        </p:spPr>
        <p:txBody>
          <a:bodyPr/>
          <a:lstStyle/>
          <a:p>
            <a:r>
              <a:rPr lang="en-US" dirty="0">
                <a:solidFill>
                  <a:srgbClr val="66FF99"/>
                </a:solidFill>
              </a:rPr>
              <a:t>CROP HEALTH MONITORING DRONE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3357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TEAM BASH</a:t>
            </a:r>
          </a:p>
          <a:p>
            <a:r>
              <a:rPr lang="en-US" dirty="0">
                <a:solidFill>
                  <a:srgbClr val="FF0000"/>
                </a:solidFill>
              </a:rPr>
              <a:t>FIRST YEAR TRACK SPECIAL – ORION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1267548"/>
          </a:xfrm>
        </p:spPr>
        <p:txBody>
          <a:bodyPr/>
          <a:lstStyle/>
          <a:p>
            <a:r>
              <a:rPr lang="en-US" dirty="0"/>
              <a:t>PROBLEM</a:t>
            </a:r>
            <a:br>
              <a:rPr lang="en-US" dirty="0"/>
            </a:br>
            <a:r>
              <a:rPr lang="en-US" dirty="0"/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1" y="2364828"/>
            <a:ext cx="4114800" cy="3853092"/>
          </a:xfrm>
        </p:spPr>
        <p:txBody>
          <a:bodyPr vert="horz" lIns="0" tIns="0" rIns="0" bIns="0" rtlCol="0" anchor="t">
            <a:noAutofit/>
          </a:bodyPr>
          <a:lstStyle/>
          <a:p>
            <a:pPr algn="just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Mission: Design a small survey drone that photographs a 5 ha farm to spot unhealthy crop patches. </a:t>
            </a:r>
          </a:p>
          <a:p>
            <a:pPr algn="just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Requirements. Multirotor or small fixed-wing (your choice, with a short justification); 30 min endurance; 300 g camera payload (RGB or NIR); wind up to 5 m/s; take-off weight under 5 kg</a:t>
            </a:r>
          </a:p>
          <a:p>
            <a:pPr algn="just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Also required. Plan a simple lawnmower survey path, and estimate the area covered per flight from speed, altitude and camera field of view.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9E570F0-7ED4-DB60-EA01-A34557266A4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3888" b="3888"/>
          <a:stretch>
            <a:fillRect/>
          </a:stretch>
        </p:blipFill>
        <p:spPr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682" y="164382"/>
            <a:ext cx="6024635" cy="1316946"/>
          </a:xfrm>
          <a:noFill/>
        </p:spPr>
        <p:txBody>
          <a:bodyPr anchor="ctr" anchorCtr="0"/>
          <a:lstStyle/>
          <a:p>
            <a:r>
              <a:rPr lang="en-US" dirty="0"/>
              <a:t>CAD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61F42E-692D-68C6-D7A0-7F2D19A21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011" y="1747344"/>
            <a:ext cx="4559355" cy="33633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4B11BB-7E06-D825-C174-AF7CBE527601}"/>
              </a:ext>
            </a:extLst>
          </p:cNvPr>
          <p:cNvSpPr txBox="1"/>
          <p:nvPr/>
        </p:nvSpPr>
        <p:spPr>
          <a:xfrm>
            <a:off x="2502537" y="5575001"/>
            <a:ext cx="2848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Isometric View of the Drone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197291-7E7F-ACF6-3666-8C962CEF9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441" y="1535110"/>
            <a:ext cx="3334892" cy="37877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69118B-1951-E1F4-A9AB-821CFDC4DB9D}"/>
              </a:ext>
            </a:extLst>
          </p:cNvPr>
          <p:cNvSpPr txBox="1"/>
          <p:nvPr/>
        </p:nvSpPr>
        <p:spPr>
          <a:xfrm>
            <a:off x="7569782" y="5569009"/>
            <a:ext cx="2300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Top View of the Drone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E0793-1F78-6767-3ABF-C6F0A9FB8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42007F91-B4C5-AB3B-8302-898882AF13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7B16DE-FE4E-768A-3AB1-E896795E0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680" y="1781012"/>
            <a:ext cx="4687527" cy="32959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AD3DD3-4C48-1998-DEFF-A33388AA30C2}"/>
              </a:ext>
            </a:extLst>
          </p:cNvPr>
          <p:cNvSpPr txBox="1"/>
          <p:nvPr/>
        </p:nvSpPr>
        <p:spPr>
          <a:xfrm>
            <a:off x="2443657" y="5476301"/>
            <a:ext cx="2848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Isometric View of the Stand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DD1907-CD1D-C6C8-9AFF-B24A66EF9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589" y="1965189"/>
            <a:ext cx="3858731" cy="29276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C806343-96D2-69F3-4695-DADCE18BE440}"/>
              </a:ext>
            </a:extLst>
          </p:cNvPr>
          <p:cNvSpPr txBox="1"/>
          <p:nvPr/>
        </p:nvSpPr>
        <p:spPr>
          <a:xfrm>
            <a:off x="6952326" y="5476301"/>
            <a:ext cx="3383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Isometric View of the Main Body</a:t>
            </a:r>
          </a:p>
        </p:txBody>
      </p:sp>
    </p:spTree>
    <p:extLst>
      <p:ext uri="{BB962C8B-B14F-4D97-AF65-F5344CB8AC3E}">
        <p14:creationId xmlns:p14="http://schemas.microsoft.com/office/powerpoint/2010/main" val="9055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  <a:noFill/>
        </p:spPr>
        <p:txBody>
          <a:bodyPr anchor="t" anchorCtr="0"/>
          <a:lstStyle/>
          <a:p>
            <a:r>
              <a:rPr lang="en-US" dirty="0"/>
              <a:t>LIST OF COMPONENTS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83F807-8174-CF5E-11D7-05CA88267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54" y="1687679"/>
            <a:ext cx="9958092" cy="44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23A0-D01D-9ACD-84EA-6D470718B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Cnn</a:t>
            </a:r>
            <a:r>
              <a:rPr lang="en-IN" dirty="0"/>
              <a:t> Training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588940-C727-6894-1F13-D9300C2D8E8B}"/>
              </a:ext>
            </a:extLst>
          </p:cNvPr>
          <p:cNvSpPr/>
          <p:nvPr/>
        </p:nvSpPr>
        <p:spPr>
          <a:xfrm>
            <a:off x="1755228" y="2669628"/>
            <a:ext cx="1481958" cy="546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Data input from Drone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2CD2EC-BCE2-D120-7217-E1289541F54E}"/>
              </a:ext>
            </a:extLst>
          </p:cNvPr>
          <p:cNvCxnSpPr>
            <a:stCxn id="4" idx="3"/>
          </p:cNvCxnSpPr>
          <p:nvPr/>
        </p:nvCxnSpPr>
        <p:spPr>
          <a:xfrm>
            <a:off x="3237186" y="2942897"/>
            <a:ext cx="7357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E9281AA-F914-8764-1F36-308F51C030AD}"/>
              </a:ext>
            </a:extLst>
          </p:cNvPr>
          <p:cNvSpPr/>
          <p:nvPr/>
        </p:nvSpPr>
        <p:spPr>
          <a:xfrm>
            <a:off x="3972910" y="2522484"/>
            <a:ext cx="1481958" cy="840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PreProcessing</a:t>
            </a:r>
            <a:r>
              <a:rPr lang="en-US" dirty="0"/>
              <a:t> of NDVI and VARI formulae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A11A50-1D87-9074-42B9-4845344F997A}"/>
              </a:ext>
            </a:extLst>
          </p:cNvPr>
          <p:cNvSpPr/>
          <p:nvPr/>
        </p:nvSpPr>
        <p:spPr>
          <a:xfrm>
            <a:off x="6237888" y="2653862"/>
            <a:ext cx="1481958" cy="546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Feature Stacking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A504DC-93A7-B5D0-A70C-B7A2A126D637}"/>
              </a:ext>
            </a:extLst>
          </p:cNvPr>
          <p:cNvCxnSpPr/>
          <p:nvPr/>
        </p:nvCxnSpPr>
        <p:spPr>
          <a:xfrm>
            <a:off x="5454868" y="2927131"/>
            <a:ext cx="7357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E90E9A6-C1CE-1EFB-05FB-738085BDC2E1}"/>
              </a:ext>
            </a:extLst>
          </p:cNvPr>
          <p:cNvCxnSpPr/>
          <p:nvPr/>
        </p:nvCxnSpPr>
        <p:spPr>
          <a:xfrm>
            <a:off x="7719846" y="2927131"/>
            <a:ext cx="7357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6A25927-25D7-4E90-61DB-9501A114370C}"/>
              </a:ext>
            </a:extLst>
          </p:cNvPr>
          <p:cNvSpPr/>
          <p:nvPr/>
        </p:nvSpPr>
        <p:spPr>
          <a:xfrm>
            <a:off x="8455570" y="2653862"/>
            <a:ext cx="1481958" cy="546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CNN training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42A56D8-7BD7-F3D9-D33C-12417F9EE103}"/>
              </a:ext>
            </a:extLst>
          </p:cNvPr>
          <p:cNvCxnSpPr/>
          <p:nvPr/>
        </p:nvCxnSpPr>
        <p:spPr>
          <a:xfrm>
            <a:off x="9196549" y="3200400"/>
            <a:ext cx="0" cy="767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CB4887C-0C00-E0F3-53B2-2FEDC11DE334}"/>
              </a:ext>
            </a:extLst>
          </p:cNvPr>
          <p:cNvSpPr/>
          <p:nvPr/>
        </p:nvSpPr>
        <p:spPr>
          <a:xfrm>
            <a:off x="8455570" y="3967655"/>
            <a:ext cx="1481958" cy="546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Final Output</a:t>
            </a:r>
          </a:p>
        </p:txBody>
      </p:sp>
    </p:spTree>
    <p:extLst>
      <p:ext uri="{BB962C8B-B14F-4D97-AF65-F5344CB8AC3E}">
        <p14:creationId xmlns:p14="http://schemas.microsoft.com/office/powerpoint/2010/main" val="1014017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/>
          </a:bodyPr>
          <a:lstStyle/>
          <a:p>
            <a:r>
              <a:rPr lang="en-US" dirty="0"/>
              <a:t>The UAV has been prepared keeping in mind of the following points:</a:t>
            </a:r>
          </a:p>
          <a:p>
            <a:pPr>
              <a:buFontTx/>
              <a:buChar char="-"/>
            </a:pPr>
            <a:r>
              <a:rPr lang="en-US" dirty="0"/>
              <a:t>Scalability</a:t>
            </a:r>
          </a:p>
          <a:p>
            <a:pPr>
              <a:buFontTx/>
              <a:buChar char="-"/>
            </a:pPr>
            <a:r>
              <a:rPr lang="en-US" dirty="0"/>
              <a:t>Feasibility</a:t>
            </a:r>
          </a:p>
          <a:p>
            <a:pPr>
              <a:buFontTx/>
              <a:buChar char="-"/>
            </a:pPr>
            <a:r>
              <a:rPr lang="en-US" dirty="0"/>
              <a:t>Real-Life Scenarios</a:t>
            </a:r>
          </a:p>
          <a:p>
            <a:pPr>
              <a:buFontTx/>
              <a:buChar char="-"/>
            </a:pPr>
            <a:r>
              <a:rPr lang="en-US" dirty="0"/>
              <a:t>Provide Solution to all the given tasks in the 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EXPLORE THE UNREACHABLE,</a:t>
            </a:r>
          </a:p>
          <a:p>
            <a:pPr marL="0" indent="0">
              <a:buNone/>
            </a:pPr>
            <a:r>
              <a:rPr lang="en-US" dirty="0"/>
              <a:t>    SEE THE UNSEEN,</a:t>
            </a:r>
          </a:p>
          <a:p>
            <a:pPr marL="0" indent="0">
              <a:buNone/>
            </a:pPr>
            <a:r>
              <a:rPr lang="en-US" dirty="0"/>
              <a:t>        AND DOCUMENT THE UNDOCUMENTED!!</a:t>
            </a:r>
          </a:p>
          <a:p>
            <a:pPr marL="0" indent="0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dirty="0"/>
              <a:t>~Elizabeth </a:t>
            </a:r>
            <a:r>
              <a:rPr lang="en-US" dirty="0" err="1"/>
              <a:t>davis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/>
              <a:t>S Kalaiventhan | Shreshth Sharma | </a:t>
            </a:r>
            <a:r>
              <a:rPr lang="en-US" dirty="0" err="1"/>
              <a:t>Avrodeep</a:t>
            </a:r>
            <a:r>
              <a:rPr lang="en-US" dirty="0"/>
              <a:t> </a:t>
            </a:r>
            <a:r>
              <a:rPr lang="en-US"/>
              <a:t>Ghosh | </a:t>
            </a:r>
            <a:r>
              <a:rPr lang="en-US" dirty="0" err="1"/>
              <a:t>abhinav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58F106-224B-A6D2-0857-7DF2F0F02F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578" b="13257"/>
          <a:stretch>
            <a:fillRect/>
          </a:stretch>
        </p:blipFill>
        <p:spPr>
          <a:xfrm>
            <a:off x="2415645" y="448056"/>
            <a:ext cx="7430814" cy="318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{0AEE10F5-6E56-4A9E-ABA8-10B4391483BD}TF51de1e5f-e0e8-4dd0-99f3-5b7584f7abdc7d30e886_win32-78d4aef5ad8e</Template>
  <TotalTime>68</TotalTime>
  <Words>207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Daytona Condensed Light</vt:lpstr>
      <vt:lpstr>Posterama</vt:lpstr>
      <vt:lpstr>Custom</vt:lpstr>
      <vt:lpstr>CROP HEALTH MONITORING DRONE</vt:lpstr>
      <vt:lpstr>PROBLEM STATEMENT</vt:lpstr>
      <vt:lpstr>CAD MODELS</vt:lpstr>
      <vt:lpstr>PowerPoint Presentation</vt:lpstr>
      <vt:lpstr>LIST OF COMPONENTS</vt:lpstr>
      <vt:lpstr>Cnn Training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-</dc:creator>
  <cp:lastModifiedBy>Abhinav -</cp:lastModifiedBy>
  <cp:revision>1</cp:revision>
  <dcterms:created xsi:type="dcterms:W3CDTF">2026-10-11T08:44:50Z</dcterms:created>
  <dcterms:modified xsi:type="dcterms:W3CDTF">2026-10-11T09:53:31Z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